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80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502920" y="41148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001A12"/>
          </a:solidFill>
          <a:ln w="12700">
            <a:solidFill>
              <a:srgbClr val="00D4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9319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00D4A0"/>
                </a:solidFill>
              </a:rPr>
              <a:t>THE PROBLEM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blank page</a:t>
            </a:r>
            <a:endParaRPr lang="en-US" sz="3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costing creators</a:t>
            </a:r>
            <a:endParaRPr lang="en-US" sz="3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every week.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252163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creation is broken before the camera even turns 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119508"/>
            <a:ext cx="420624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40080" y="3119508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D4A0"/>
                </a:solidFill>
              </a:rPr>
              <a:t>5+ hours</a:t>
            </a:r>
            <a:r>
              <a:rPr lang="en-US" sz="1300" dirty="0">
                <a:solidFill>
                  <a:srgbClr val="C9D1D9"/>
                </a:solidFill>
              </a:rPr>
              <a:t>  per video lost to ideation &amp; scripting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3851028"/>
            <a:ext cx="1325880" cy="91440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57200" y="387846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</a:rPr>
              <a:t>⏱</a:t>
            </a:r>
          </a:p>
        </p:txBody>
      </p:sp>
      <p:sp>
        <p:nvSpPr>
          <p:cNvPr id="11" name="Text 9"/>
          <p:cNvSpPr/>
          <p:nvPr/>
        </p:nvSpPr>
        <p:spPr>
          <a:xfrm>
            <a:off x="457200" y="4326516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Manual Brainstorming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920240" y="3851028"/>
            <a:ext cx="1325880" cy="91440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920240" y="387846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📉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920240" y="4343397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Creative Block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383280" y="3851028"/>
            <a:ext cx="1325880" cy="91440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3383280" y="387846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🔁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383280" y="4343397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Inconsistent Output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4919472"/>
            <a:ext cx="54864" cy="146304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40080" y="48920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C9D1D9"/>
                </a:solidFill>
              </a:rPr>
              <a:t>Key insight: The bottleneck isn't recording — it's the blank page.</a:t>
            </a:r>
            <a:endParaRPr lang="en-US" sz="1000" dirty="0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37760" y="587330"/>
            <a:ext cx="3931920" cy="2148840"/>
          </a:xfrm>
          <a:prstGeom prst="rect">
            <a:avLst/>
          </a:prstGeom>
        </p:spPr>
      </p:pic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937760" y="2743200"/>
            <a:ext cx="3931920" cy="2176272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6858000" y="4919472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30363D"/>
                </a:solidFill>
              </a:rPr>
              <a:t>AI Creator Copilot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84048"/>
            <a:ext cx="1920240" cy="256032"/>
          </a:xfrm>
          <a:prstGeom prst="roundRect">
            <a:avLst>
              <a:gd name="adj" fmla="val 17857"/>
            </a:avLst>
          </a:prstGeom>
          <a:solidFill>
            <a:srgbClr val="00102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3B82F6"/>
                </a:solidFill>
              </a:rPr>
              <a:t>PRODUCT WORKFLOW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workspace.</a:t>
            </a:r>
            <a:endParaRPr lang="en-US" sz="2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to script.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71907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949E"/>
                </a:solidFill>
              </a:rPr>
              <a:t>4-stage AI pipeline that eliminates the blank page problem.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58952" y="2542032"/>
            <a:ext cx="18288" cy="32918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212848"/>
            <a:ext cx="402336" cy="310896"/>
          </a:xfrm>
          <a:prstGeom prst="ellipse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212848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0000"/>
                </a:solidFill>
              </a:rPr>
              <a:t>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51560" y="221284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Niche Input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239572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Define your content category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58952" y="3200400"/>
            <a:ext cx="18288" cy="32918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871216"/>
            <a:ext cx="402336" cy="3108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871216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0000"/>
                </a:solidFill>
              </a:rPr>
              <a:t>02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51560" y="287121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Video Ideas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3054096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AI generates 5+ targeted topics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58952" y="3858768"/>
            <a:ext cx="18288" cy="32918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529584"/>
            <a:ext cx="402336" cy="310896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529584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0000"/>
                </a:solidFill>
              </a:rPr>
              <a:t>03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51560" y="352958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Hooks &amp; Titles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1560" y="3712464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Clickable openers &amp; headlines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4187952"/>
            <a:ext cx="402336" cy="3108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187952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0000"/>
                </a:solidFill>
              </a:rPr>
              <a:t>04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51560" y="418795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Full Script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51560" y="4370832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Production-ready long-form copy</a:t>
            </a:r>
            <a:endParaRPr lang="en-US" sz="9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346F9C49-3BB3-22DB-93E1-2FDF1C3266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398" t="6162" r="10133"/>
          <a:stretch>
            <a:fillRect/>
          </a:stretch>
        </p:blipFill>
        <p:spPr>
          <a:xfrm>
            <a:off x="3945988" y="247943"/>
            <a:ext cx="4775982" cy="2270744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72A21CE6-7080-2627-F990-7EF314AF75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6810"/>
          <a:stretch>
            <a:fillRect/>
          </a:stretch>
        </p:blipFill>
        <p:spPr>
          <a:xfrm>
            <a:off x="3948241" y="2624813"/>
            <a:ext cx="4851101" cy="243133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84048"/>
            <a:ext cx="1828800" cy="256032"/>
          </a:xfrm>
          <a:prstGeom prst="roundRect">
            <a:avLst>
              <a:gd name="adj" fmla="val 17857"/>
            </a:avLst>
          </a:prstGeom>
          <a:solidFill>
            <a:srgbClr val="0E0514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A855F7"/>
                </a:solidFill>
              </a:rPr>
              <a:t>TECH STACK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48 hours.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949E"/>
                </a:solidFill>
              </a:rPr>
              <a:t>Modern AI application tooling, end-to-end.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920240" cy="1508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91640"/>
            <a:ext cx="50292" cy="1508760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801368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0"/>
                </a:solidFill>
              </a:rPr>
              <a:t>Backend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2075688"/>
            <a:ext cx="1719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</a:rPr>
              <a:t>→  FastAPI — high-performance API layer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21792" y="2404872"/>
            <a:ext cx="1719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</a:rPr>
              <a:t>→  LangChain — LLM orchestration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21792" y="2734056"/>
            <a:ext cx="1719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</a:rPr>
              <a:t>→  OpenAI API — content generation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60320" y="1691640"/>
            <a:ext cx="1920240" cy="1508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0" y="1691640"/>
            <a:ext cx="50292" cy="15087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24912" y="1801368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</a:rPr>
              <a:t>Frontend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24912" y="2075688"/>
            <a:ext cx="1719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</a:rPr>
              <a:t>→  Next.js — responsive web UI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24912" y="2404872"/>
            <a:ext cx="1719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</a:rPr>
              <a:t>→  Component-driven architecture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24912" y="2734056"/>
            <a:ext cx="1719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</a:rPr>
              <a:t>→  Clean 4-stage workflow UX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1920240" cy="1508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383280"/>
            <a:ext cx="50292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3493008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Development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" y="3767328"/>
            <a:ext cx="1719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</a:rPr>
              <a:t>→  Codex-assisted development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1792" y="4096512"/>
            <a:ext cx="1719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</a:rPr>
              <a:t>→  Rapid iteration &amp; testing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1792" y="4425696"/>
            <a:ext cx="1719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</a:rPr>
              <a:t>→  Fully integrated pipeline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4892040" y="4928616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D4A0"/>
                </a:solidFill>
              </a:rPr>
              <a:t>Live MVP — Working Demo</a:t>
            </a:r>
            <a:endParaRPr lang="en-US" sz="8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A7DD34A2-A085-8A19-659E-BF098DD72E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810"/>
          <a:stretch>
            <a:fillRect/>
          </a:stretch>
        </p:blipFill>
        <p:spPr>
          <a:xfrm>
            <a:off x="4663440" y="384048"/>
            <a:ext cx="4454387" cy="2232504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F76D466-2163-6202-ADF0-3811326D156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597" b="-424"/>
          <a:stretch>
            <a:fillRect/>
          </a:stretch>
        </p:blipFill>
        <p:spPr>
          <a:xfrm>
            <a:off x="4662380" y="2691288"/>
            <a:ext cx="4431328" cy="229999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84048"/>
            <a:ext cx="2194560" cy="256032"/>
          </a:xfrm>
          <a:prstGeom prst="roundRect">
            <a:avLst>
              <a:gd name="adj" fmla="val 17857"/>
            </a:avLst>
          </a:prstGeom>
          <a:solidFill>
            <a:srgbClr val="140E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59E0B"/>
                </a:solidFill>
              </a:rPr>
              <a:t>MVP STATUS &amp; USERS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Built, integrated,</a:t>
            </a:r>
            <a:endParaRPr lang="en-US" sz="2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demo-ready.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8B949E"/>
                </a:solidFill>
              </a:rPr>
              <a:t>WHO WE'RE BUILDING FOR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2212848"/>
            <a:ext cx="196596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30428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🎥  Solo Creators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5603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Reduce ideation time by 80%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06040" y="2212848"/>
            <a:ext cx="196596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230428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📚  Educational YouTubers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0" y="25603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Consistent, structured scripts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127248"/>
            <a:ext cx="196596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21868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🎓  Student Creators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34747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Low learning curve, fast results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606040" y="3127248"/>
            <a:ext cx="196596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321868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📝  Content Teams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0" y="34747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Parallel workflow generation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92040" y="201168"/>
            <a:ext cx="3977640" cy="2331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347472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D4A0"/>
                </a:solidFill>
              </a:rPr>
              <a:t>MVP STATUS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74920" y="694944"/>
            <a:ext cx="237744" cy="237744"/>
          </a:xfrm>
          <a:prstGeom prst="rect">
            <a:avLst/>
          </a:prstGeom>
          <a:solidFill>
            <a:srgbClr val="002918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6949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A0"/>
                </a:solidFill>
              </a:rPr>
              <a:t>✓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94960" y="694944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</a:rPr>
              <a:t>Frontend integrated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74920" y="1088136"/>
            <a:ext cx="237744" cy="237744"/>
          </a:xfrm>
          <a:prstGeom prst="rect">
            <a:avLst/>
          </a:prstGeom>
          <a:solidFill>
            <a:srgbClr val="002918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10881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A0"/>
                </a:solidFill>
              </a:rPr>
              <a:t>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94960" y="108813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</a:rPr>
              <a:t>Backend integrated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74920" y="1481328"/>
            <a:ext cx="237744" cy="237744"/>
          </a:xfrm>
          <a:prstGeom prst="rect">
            <a:avLst/>
          </a:prstGeom>
          <a:solidFill>
            <a:srgbClr val="002918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74920" y="14813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A0"/>
                </a:solidFill>
              </a:rPr>
              <a:t>✓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94960" y="148132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</a:rPr>
              <a:t>Full workflow functional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74920" y="1874520"/>
            <a:ext cx="237744" cy="237744"/>
          </a:xfrm>
          <a:prstGeom prst="rect">
            <a:avLst/>
          </a:prstGeom>
          <a:solidFill>
            <a:srgbClr val="002918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74920" y="18745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A0"/>
                </a:solidFill>
              </a:rPr>
              <a:t>✓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94960" y="187452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</a:rPr>
              <a:t>Demo-ready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92040" y="2697480"/>
            <a:ext cx="3977640" cy="233172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92040" y="2697480"/>
            <a:ext cx="50292" cy="2331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74920" y="283464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9E0B"/>
                </a:solidFill>
              </a:rPr>
              <a:t>NEXT STEPS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74920" y="3182112"/>
            <a:ext cx="292608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74920" y="318211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0000"/>
                </a:solidFill>
              </a:rPr>
              <a:t>01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468112" y="3182112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</a:rPr>
              <a:t>Improve output quality &amp; prompt engineering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074920" y="3749040"/>
            <a:ext cx="292608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74920" y="374904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0000"/>
                </a:solidFill>
              </a:rPr>
              <a:t>02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468112" y="3749040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</a:rPr>
              <a:t>Add creator analytics &amp; performance tracking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074920" y="4315968"/>
            <a:ext cx="292608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74920" y="4315968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0000"/>
                </a:solidFill>
              </a:rPr>
              <a:t>03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468112" y="4315968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</a:rPr>
              <a:t>Support short-form (Reels / Shorts) workflows</a:t>
            </a:r>
            <a:endParaRPr lang="en-US" sz="1100" dirty="0"/>
          </a:p>
        </p:txBody>
      </p:sp>
      <p:sp>
        <p:nvSpPr>
          <p:cNvPr id="47" name="TextBox 46"/>
          <p:cNvSpPr txBox="1"/>
          <p:nvPr/>
        </p:nvSpPr>
        <p:spPr>
          <a:xfrm>
            <a:off x="457200" y="63093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EBEBE"/>
                </a:solidFill>
              </a:rPr>
              <a:t>Rishabh Rajput  •  OpenAI Builders Hackathon 2026  •  GitHub: github.com/Rishabh150102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278</Words>
  <Application>Microsoft Office PowerPoint</Application>
  <PresentationFormat>On-screen Show (16:9)</PresentationFormat>
  <Paragraphs>79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Creator Copilot – Hackathon Pitch</dc:title>
  <dc:subject>PptxGenJS Presentation</dc:subject>
  <dc:creator>PptxGenJS</dc:creator>
  <cp:lastModifiedBy>Rishabh Rajput</cp:lastModifiedBy>
  <cp:revision>2</cp:revision>
  <dcterms:created xsi:type="dcterms:W3CDTF">2026-05-27T12:26:14Z</dcterms:created>
  <dcterms:modified xsi:type="dcterms:W3CDTF">2026-05-27T12:52:29Z</dcterms:modified>
</cp:coreProperties>
</file>